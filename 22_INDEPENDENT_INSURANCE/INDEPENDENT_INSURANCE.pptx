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RESERVOIR_SIMULATION | Category: OIL_GAS</a:t>
            </a:r>
          </a:p>
          <a:p>
            <a:r>
              <a:rPr sz="1400"/>
              <a:t>Upstream: https://github.com/yohanesnuwara/reservoir-simulation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RESERVOIR_SIMULATION.</a:t>
            </a:r>
          </a:p>
          <a:p>
            <a:r>
              <a:rPr sz="1400"/>
              <a:t>2D reservoir simulation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RESERVOIR_SIMULATION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